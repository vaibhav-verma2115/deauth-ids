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D3357"/>
                </a:solidFill>
              </a:defRPr>
            </a:pPr>
            <a:r>
              <a:t>ML-Based Detection of Deauthentication Attacks</a:t>
            </a:r>
          </a:p>
          <a:p>
            <a:r>
              <a:t>in Edge-Computing Environments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defensive Intrusion Detection System using Random Forest • DRDO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Wi-Fi management frames are unauthenticated in classic 802.11.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Attackers forge 'deauthentication' frames to disconnect devices (DoS).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Edge-computing sensors/cameras rely on Wi-Fi and are prime targets.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Goal: detect the attack in real time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Wi-Fi Traffic  →  Scapy Sniffer  →  Feature Extraction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→  7-feature vector  →  Random Forest  →  Prediction  →  Alert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Offline half: generate → preprocess → train → save model.pkl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Online half: sniff → window features → predict → Normal /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3. Security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Management frames have no encryption or authentication.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Attacker can spoof the AP's MAC (BSSID) trivially.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Edge devices are distributed and physically exposed.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Legacy IoT hardware often can't run modern protections.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 silenced sensor/camera can blind a monitoring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4. Deauthentication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Deauth frame = 802.11 type 0 (management), subtype 12.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Attacker → forged deauth 'from the AP' → client disconnects.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Repeated continuously = denial-of-service.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Enables handshake capture (offline cracking) and Evil-Twin attacks.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Signal: burst of deauths, high packet rate, tiny frames, repeated MACs.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5.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IEEE 802.11w (Protected Management Frames) — needs AP + client support.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WPA3 — mandates PMF, but slow adoption on cheap edge hardware.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Signature/threshold IDS — brittle, misses stealthy low-rate attacks.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Gap: a learned detector that works even with legacy devices.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6. Proposed ML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Passive, defensive IDS — only observes, never transmits.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Aggregates traffic into 2-second windows (attacks are patterns in time).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7 statistical features per window fed to a Random Forest.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Raises an alert the instant a window is classified as Attack.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Can run on the edge node itself with a cheap Wi-Fi adapter.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7.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AWID-style labelled Wi-Fi traffic (synthetic stand-in included).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Features: frame_length, rssi, packet_rate, duration,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  src_mac_freq, dst_mac_freq, deauth_count.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Label: Normal = 0, Attack = 1.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Realistic overlap: busy-normal &amp; stealthy-attack + 2% label noise.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Preprocessing: clean → stratified 80/20 split → StandardScaler.</a:t>
            </a:r>
          </a:p>
        </p:txBody>
      </p:sp>
      <p:pic>
        <p:nvPicPr>
          <p:cNvPr id="4" name="Picture 3" descr="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291840" cy="23513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8. Random Forest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Ensemble of 200 decision trees that vote (bagging).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Captures non-linear 'combination of signals' logic of an attack.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Robust to noise/outliers; little tuning; trains in seconds.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Provides feature importance → explainable detections.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deauth_count &amp; packet_rate are the most important features.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2918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9.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Accuracy 98.0%   Precision 98.0%   Recall 97.2%   F1 97.6%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Random Forest matches the best model and beats a lone Decision Tree.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High recall — few real attacks are missed (the key IDS metric).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Errors occur only on deliberately ambiguous stealthy/busy windows.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2918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D3357"/>
                </a:solidFill>
              </a:defRPr>
            </a:pPr>
            <a: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Built an end-to-end, real-time, defensive Wi-Fi IDS.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~98% F1 detecting deauthentication attacks on realistic data.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Complements 802.11w/WPA3 — useful where they can't be deployed.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Future work: real AWID, multi-class attacks, on-device edge inference.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Provides the basis for a DRDO report / IEEE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